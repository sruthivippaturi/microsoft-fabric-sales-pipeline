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daily sales data pipeline: CSV → Bronze → Silver → Warehouse → Power BI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Vippaturi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| PySpark | T-SQL | Power BI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0F2B5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34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CSV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src_product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874520"/>
            <a:ext cx="548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234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169164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lhb_Product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as-is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1874520"/>
            <a:ext cx="548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3192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234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169164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lhs_product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data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1874520"/>
            <a:ext cx="548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1234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Warehouse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169164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Dw_Bi_Reporting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1874520"/>
            <a:ext cx="548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8952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1234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169164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81635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816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" y="28346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validation &amp; duplicate check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31927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" y="3337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at every stage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382219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" y="38404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via PySpark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281635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816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93792" y="2834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&amp; enrichment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331927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93792" y="3337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warehouse load with error handling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Setup — Training_Fabric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5303520" cy="3200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0" y="1051560"/>
            <a:ext cx="3200400" cy="1371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0" y="2651760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0F7FF"/>
          </a:solidFill>
          <a:ln/>
        </p:spPr>
      </p:sp>
      <p:sp>
        <p:nvSpPr>
          <p:cNvPr id="7" name="Text 3"/>
          <p:cNvSpPr/>
          <p:nvPr/>
        </p:nvSpPr>
        <p:spPr>
          <a:xfrm>
            <a:off x="5760720" y="26700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Lakehouses: 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858000" y="26700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src, bronze, silver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669280" y="3182112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0F7FF"/>
          </a:solidFill>
          <a:ln/>
        </p:spPr>
      </p:sp>
      <p:sp>
        <p:nvSpPr>
          <p:cNvPr id="10" name="Text 6"/>
          <p:cNvSpPr/>
          <p:nvPr/>
        </p:nvSpPr>
        <p:spPr>
          <a:xfrm>
            <a:off x="576072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Warehouses: 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858000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+ Audit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669280" y="3712464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0F7FF"/>
          </a:solidFill>
          <a:ln/>
        </p:spPr>
      </p:sp>
      <p:sp>
        <p:nvSpPr>
          <p:cNvPr id="13" name="Text 9"/>
          <p:cNvSpPr/>
          <p:nvPr/>
        </p:nvSpPr>
        <p:spPr>
          <a:xfrm>
            <a:off x="5760720" y="3730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Notebooks: 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58000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Transformed, Warehouse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669280" y="4242816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0F7FF"/>
          </a:solidFill>
          <a:ln/>
        </p:spPr>
      </p:sp>
      <p:sp>
        <p:nvSpPr>
          <p:cNvPr id="16" name="Text 12"/>
          <p:cNvSpPr/>
          <p:nvPr/>
        </p:nvSpPr>
        <p:spPr>
          <a:xfrm>
            <a:off x="5760720" y="42611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Lib: 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858000" y="42611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dev_val_lib (DEV/TEST/PROD)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 — PI_Product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05840"/>
            <a:ext cx="877824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activities including file validation, schema checks, transformations, audit logging and error handling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Configuration — dev_val_lib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54864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00584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0F7FF"/>
          </a:solidFill>
          <a:ln/>
        </p:spPr>
      </p:sp>
      <p:sp>
        <p:nvSpPr>
          <p:cNvPr id="6" name="Text 3"/>
          <p:cNvSpPr/>
          <p:nvPr/>
        </p:nvSpPr>
        <p:spPr>
          <a:xfrm>
            <a:off x="60350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Values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0" y="1353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IDs, paths and endpoints stored in variable library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943600" y="20116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0F2F1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23591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TEST / PROD — same pipeline, zero code changes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0" y="30175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0F7FF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Notebooks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35040" y="33649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IDs resolved at runtime from library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40233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0F2F1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Agnostic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35040" y="43708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ID parameterized for easy migration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— Full Pipeline Tracking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859536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79476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776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 tracked start to finish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409651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0782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 Progress → Completed / Failed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439826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3799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name, date and workspace captured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470001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Silver/Gold load status tracked separately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Loaded — Dw_Bi_Reporting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859536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1148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0F7FF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1513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74320" y="4507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Loaded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50592" y="41148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0F2F1"/>
          </a:solidFill>
          <a:ln/>
        </p:spPr>
      </p:sp>
      <p:sp>
        <p:nvSpPr>
          <p:cNvPr id="9" name="Text 6"/>
          <p:cNvSpPr/>
          <p:nvPr/>
        </p:nvSpPr>
        <p:spPr>
          <a:xfrm>
            <a:off x="2450592" y="41513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450592" y="4507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Runs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26864" y="41148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0F7FF"/>
          </a:solidFill>
          <a:ln/>
        </p:spPr>
      </p:sp>
      <p:sp>
        <p:nvSpPr>
          <p:cNvPr id="12" name="Text 9"/>
          <p:cNvSpPr/>
          <p:nvPr/>
        </p:nvSpPr>
        <p:spPr>
          <a:xfrm>
            <a:off x="4626864" y="41513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626864" y="4507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03136" y="41148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0F2F1"/>
          </a:solidFill>
          <a:ln/>
        </p:spPr>
      </p:sp>
      <p:sp>
        <p:nvSpPr>
          <p:cNvPr id="15" name="Text 12"/>
          <p:cNvSpPr/>
          <p:nvPr/>
        </p:nvSpPr>
        <p:spPr>
          <a:xfrm>
            <a:off x="6803136" y="41513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803136" y="4507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Sales Analytics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618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664208"/>
            <a:ext cx="2651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Lakehouses, Warehouses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2618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664208"/>
            <a:ext cx="2651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notebooks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2618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664208"/>
            <a:ext cx="2651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loading notebooks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6334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035808"/>
            <a:ext cx="2651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Lake reporting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5603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6334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Library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3035808"/>
            <a:ext cx="2651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multi-env config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5603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6334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035808"/>
            <a:ext cx="2651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format in lakehouses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github.com/SruthiVippaturi/Microsoft-Fabric-Sales-Pipeline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Fabric Data Engineering Pipeline</dc:title>
  <dc:subject>PptxGenJS Presentation</dc:subject>
  <dc:creator>PptxGenJS</dc:creator>
  <cp:lastModifiedBy>PptxGenJS</cp:lastModifiedBy>
  <cp:revision>1</cp:revision>
  <dcterms:created xsi:type="dcterms:W3CDTF">2026-06-12T23:41:19Z</dcterms:created>
  <dcterms:modified xsi:type="dcterms:W3CDTF">2026-06-12T23:41:19Z</dcterms:modified>
</cp:coreProperties>
</file>